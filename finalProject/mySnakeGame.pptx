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18897DE-18E0-42B3-883B-596408D87EEC}">
          <p14:sldIdLst>
            <p14:sldId id="256"/>
            <p14:sldId id="257"/>
            <p14:sldId id="258"/>
            <p14:sldId id="259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FA0E4-BE1C-E781-CDC0-D21007D12414}" v="33" dt="2025-12-08T06:19:42.492"/>
    <p1510:client id="{80847E7D-12FF-4D5A-A40F-FA6797B2F2D3}" v="49" dt="2025-12-08T06:57:15.338"/>
    <p1510:client id="{C474AAB1-4B4E-90EF-7FA8-F5E2F4B4AAD5}" v="299" dt="2025-12-09T08:53:32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Dumas" userId="85db4d2b-315f-45d6-90d3-c5d3e0f145f1" providerId="ADAL" clId="{4BD910CF-B769-4765-8DA2-69D7F51C7C00}"/>
    <pc:docChg chg="undo custSel addSld modSld addMainMaster delMainMaster addSection modSection">
      <pc:chgData name="Noah Dumas" userId="85db4d2b-315f-45d6-90d3-c5d3e0f145f1" providerId="ADAL" clId="{4BD910CF-B769-4765-8DA2-69D7F51C7C00}" dt="2025-12-08T06:57:52.882" v="315" actId="1076"/>
      <pc:docMkLst>
        <pc:docMk/>
      </pc:docMkLst>
      <pc:sldChg chg="addSp modSp mod modClrScheme addAnim chgLayout">
        <pc:chgData name="Noah Dumas" userId="85db4d2b-315f-45d6-90d3-c5d3e0f145f1" providerId="ADAL" clId="{4BD910CF-B769-4765-8DA2-69D7F51C7C00}" dt="2025-12-08T06:21:20.258" v="6" actId="27614"/>
        <pc:sldMkLst>
          <pc:docMk/>
          <pc:sldMk cId="109857222" sldId="256"/>
        </pc:sldMkLst>
        <pc:spChg chg="mod">
          <ac:chgData name="Noah Dumas" userId="85db4d2b-315f-45d6-90d3-c5d3e0f145f1" providerId="ADAL" clId="{4BD910CF-B769-4765-8DA2-69D7F51C7C00}" dt="2025-12-08T06:20:27.547" v="3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oah Dumas" userId="85db4d2b-315f-45d6-90d3-c5d3e0f145f1" providerId="ADAL" clId="{4BD910CF-B769-4765-8DA2-69D7F51C7C00}" dt="2025-12-08T06:20:27.547" v="3" actId="26606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Noah Dumas" userId="85db4d2b-315f-45d6-90d3-c5d3e0f145f1" providerId="ADAL" clId="{4BD910CF-B769-4765-8DA2-69D7F51C7C00}" dt="2025-12-08T06:21:20.258" v="6" actId="27614"/>
          <ac:picMkLst>
            <pc:docMk/>
            <pc:sldMk cId="109857222" sldId="256"/>
            <ac:picMk id="5" creationId="{A63B8DA1-A36F-B981-FA75-00886C75C2EC}"/>
          </ac:picMkLst>
        </pc:picChg>
      </pc:sldChg>
      <pc:sldChg chg="addSp delSp modSp new mod modClrScheme chgLayout">
        <pc:chgData name="Noah Dumas" userId="85db4d2b-315f-45d6-90d3-c5d3e0f145f1" providerId="ADAL" clId="{4BD910CF-B769-4765-8DA2-69D7F51C7C00}" dt="2025-12-08T06:54:51.149" v="289" actId="20577"/>
        <pc:sldMkLst>
          <pc:docMk/>
          <pc:sldMk cId="3934922175" sldId="257"/>
        </pc:sldMkLst>
        <pc:spChg chg="mod ord">
          <ac:chgData name="Noah Dumas" userId="85db4d2b-315f-45d6-90d3-c5d3e0f145f1" providerId="ADAL" clId="{4BD910CF-B769-4765-8DA2-69D7F51C7C00}" dt="2025-12-08T06:53:41.310" v="269" actId="1076"/>
          <ac:spMkLst>
            <pc:docMk/>
            <pc:sldMk cId="3934922175" sldId="257"/>
            <ac:spMk id="2" creationId="{78DAB647-A633-0CB0-A92E-0B276CAD9602}"/>
          </ac:spMkLst>
        </pc:spChg>
        <pc:spChg chg="add del mod">
          <ac:chgData name="Noah Dumas" userId="85db4d2b-315f-45d6-90d3-c5d3e0f145f1" providerId="ADAL" clId="{4BD910CF-B769-4765-8DA2-69D7F51C7C00}" dt="2025-12-08T06:31:57.770" v="81" actId="26606"/>
          <ac:spMkLst>
            <pc:docMk/>
            <pc:sldMk cId="3934922175" sldId="257"/>
            <ac:spMk id="3" creationId="{ECEDB3B7-2F52-F6BB-088F-95A4FABC3823}"/>
          </ac:spMkLst>
        </pc:spChg>
        <pc:spChg chg="add del">
          <ac:chgData name="Noah Dumas" userId="85db4d2b-315f-45d6-90d3-c5d3e0f145f1" providerId="ADAL" clId="{4BD910CF-B769-4765-8DA2-69D7F51C7C00}" dt="2025-12-08T06:23:04.449" v="10" actId="22"/>
          <ac:spMkLst>
            <pc:docMk/>
            <pc:sldMk cId="3934922175" sldId="257"/>
            <ac:spMk id="5" creationId="{91575D10-01A9-3EB4-4B44-69C1BD8C9AA7}"/>
          </ac:spMkLst>
        </pc:spChg>
        <pc:spChg chg="add mod">
          <ac:chgData name="Noah Dumas" userId="85db4d2b-315f-45d6-90d3-c5d3e0f145f1" providerId="ADAL" clId="{4BD910CF-B769-4765-8DA2-69D7F51C7C00}" dt="2025-12-08T06:23:21.817" v="17"/>
          <ac:spMkLst>
            <pc:docMk/>
            <pc:sldMk cId="3934922175" sldId="257"/>
            <ac:spMk id="6" creationId="{91556D84-A4C5-689A-049A-11EC5B6A8F0B}"/>
          </ac:spMkLst>
        </pc:spChg>
        <pc:spChg chg="add mod">
          <ac:chgData name="Noah Dumas" userId="85db4d2b-315f-45d6-90d3-c5d3e0f145f1" providerId="ADAL" clId="{4BD910CF-B769-4765-8DA2-69D7F51C7C00}" dt="2025-12-08T06:23:23.227" v="19"/>
          <ac:spMkLst>
            <pc:docMk/>
            <pc:sldMk cId="3934922175" sldId="257"/>
            <ac:spMk id="7" creationId="{9FFD0A6B-2041-EBAD-0C74-7548DB73E301}"/>
          </ac:spMkLst>
        </pc:spChg>
        <pc:spChg chg="add del mod">
          <ac:chgData name="Noah Dumas" userId="85db4d2b-315f-45d6-90d3-c5d3e0f145f1" providerId="ADAL" clId="{4BD910CF-B769-4765-8DA2-69D7F51C7C00}" dt="2025-12-08T06:31:49.725" v="62" actId="26606"/>
          <ac:spMkLst>
            <pc:docMk/>
            <pc:sldMk cId="3934922175" sldId="257"/>
            <ac:spMk id="9" creationId="{0214C285-BA71-CAFE-BDCC-9694051BD0CC}"/>
          </ac:spMkLst>
        </pc:spChg>
        <pc:spChg chg="add del mod">
          <ac:chgData name="Noah Dumas" userId="85db4d2b-315f-45d6-90d3-c5d3e0f145f1" providerId="ADAL" clId="{4BD910CF-B769-4765-8DA2-69D7F51C7C00}" dt="2025-12-08T06:31:48.565" v="60" actId="26606"/>
          <ac:spMkLst>
            <pc:docMk/>
            <pc:sldMk cId="3934922175" sldId="257"/>
            <ac:spMk id="10" creationId="{5E859E74-AB78-8B3F-0930-E87F542C9B84}"/>
          </ac:spMkLst>
        </pc:spChg>
        <pc:spChg chg="add del mod">
          <ac:chgData name="Noah Dumas" userId="85db4d2b-315f-45d6-90d3-c5d3e0f145f1" providerId="ADAL" clId="{4BD910CF-B769-4765-8DA2-69D7F51C7C00}" dt="2025-12-08T06:51:04.987" v="206"/>
          <ac:spMkLst>
            <pc:docMk/>
            <pc:sldMk cId="3934922175" sldId="257"/>
            <ac:spMk id="13" creationId="{8D5461D7-6E4D-D0C9-4A48-DA5801A702A4}"/>
          </ac:spMkLst>
        </pc:spChg>
        <pc:spChg chg="add del mod">
          <ac:chgData name="Noah Dumas" userId="85db4d2b-315f-45d6-90d3-c5d3e0f145f1" providerId="ADAL" clId="{4BD910CF-B769-4765-8DA2-69D7F51C7C00}" dt="2025-12-08T06:53:28.327" v="266" actId="478"/>
          <ac:spMkLst>
            <pc:docMk/>
            <pc:sldMk cId="3934922175" sldId="257"/>
            <ac:spMk id="15" creationId="{9A449B40-C835-9090-3E67-AEDBED856426}"/>
          </ac:spMkLst>
        </pc:spChg>
        <pc:spChg chg="add del mod">
          <ac:chgData name="Noah Dumas" userId="85db4d2b-315f-45d6-90d3-c5d3e0f145f1" providerId="ADAL" clId="{4BD910CF-B769-4765-8DA2-69D7F51C7C00}" dt="2025-12-08T06:53:35.076" v="267" actId="6264"/>
          <ac:spMkLst>
            <pc:docMk/>
            <pc:sldMk cId="3934922175" sldId="257"/>
            <ac:spMk id="17" creationId="{9F0D1A12-9536-D1A3-473B-777592476513}"/>
          </ac:spMkLst>
        </pc:spChg>
        <pc:spChg chg="add mod ord">
          <ac:chgData name="Noah Dumas" userId="85db4d2b-315f-45d6-90d3-c5d3e0f145f1" providerId="ADAL" clId="{4BD910CF-B769-4765-8DA2-69D7F51C7C00}" dt="2025-12-08T06:54:51.149" v="289" actId="20577"/>
          <ac:spMkLst>
            <pc:docMk/>
            <pc:sldMk cId="3934922175" sldId="257"/>
            <ac:spMk id="19" creationId="{2CEAF7C6-DA20-5FB7-A965-FAB83416D753}"/>
          </ac:spMkLst>
        </pc:spChg>
        <pc:spChg chg="add del mod">
          <ac:chgData name="Noah Dumas" userId="85db4d2b-315f-45d6-90d3-c5d3e0f145f1" providerId="ADAL" clId="{4BD910CF-B769-4765-8DA2-69D7F51C7C00}" dt="2025-12-08T06:31:52.566" v="70" actId="26606"/>
          <ac:spMkLst>
            <pc:docMk/>
            <pc:sldMk cId="3934922175" sldId="257"/>
            <ac:spMk id="20" creationId="{0214C285-BA71-CAFE-BDCC-9694051BD0CC}"/>
          </ac:spMkLst>
        </pc:spChg>
        <pc:spChg chg="add del">
          <ac:chgData name="Noah Dumas" userId="85db4d2b-315f-45d6-90d3-c5d3e0f145f1" providerId="ADAL" clId="{4BD910CF-B769-4765-8DA2-69D7F51C7C00}" dt="2025-12-08T06:54:12.102" v="280" actId="22"/>
          <ac:spMkLst>
            <pc:docMk/>
            <pc:sldMk cId="3934922175" sldId="257"/>
            <ac:spMk id="24" creationId="{4F720197-583D-84B7-2705-62C240A29CCE}"/>
          </ac:spMkLst>
        </pc:spChg>
        <pc:graphicFrameChg chg="add del mod">
          <ac:chgData name="Noah Dumas" userId="85db4d2b-315f-45d6-90d3-c5d3e0f145f1" providerId="ADAL" clId="{4BD910CF-B769-4765-8DA2-69D7F51C7C00}" dt="2025-12-08T06:31:49.725" v="62" actId="26606"/>
          <ac:graphicFrameMkLst>
            <pc:docMk/>
            <pc:sldMk cId="3934922175" sldId="257"/>
            <ac:graphicFrameMk id="12" creationId="{40926DC1-B40F-1B8E-5129-7893B6F94D1B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0.839" v="64" actId="26606"/>
          <ac:graphicFrameMkLst>
            <pc:docMk/>
            <pc:sldMk cId="3934922175" sldId="257"/>
            <ac:graphicFrameMk id="14" creationId="{82AB5170-E02F-8646-A28D-BC8FF4FFC24D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1.601" v="66" actId="26606"/>
          <ac:graphicFrameMkLst>
            <pc:docMk/>
            <pc:sldMk cId="3934922175" sldId="257"/>
            <ac:graphicFrameMk id="16" creationId="{BDB69062-BEA3-5DA4-C496-DD8A34DB3ABA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2.073" v="68" actId="26606"/>
          <ac:graphicFrameMkLst>
            <pc:docMk/>
            <pc:sldMk cId="3934922175" sldId="257"/>
            <ac:graphicFrameMk id="18" creationId="{82AB5170-E02F-8646-A28D-BC8FF4FFC24D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2.566" v="70" actId="26606"/>
          <ac:graphicFrameMkLst>
            <pc:docMk/>
            <pc:sldMk cId="3934922175" sldId="257"/>
            <ac:graphicFrameMk id="21" creationId="{40926DC1-B40F-1B8E-5129-7893B6F94D1B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2.982" v="72" actId="26606"/>
          <ac:graphicFrameMkLst>
            <pc:docMk/>
            <pc:sldMk cId="3934922175" sldId="257"/>
            <ac:graphicFrameMk id="23" creationId="{82AB5170-E02F-8646-A28D-BC8FF4FFC24D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3.571" v="74" actId="26606"/>
          <ac:graphicFrameMkLst>
            <pc:docMk/>
            <pc:sldMk cId="3934922175" sldId="257"/>
            <ac:graphicFrameMk id="25" creationId="{BDB69062-BEA3-5DA4-C496-DD8A34DB3ABA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4.448" v="76" actId="26606"/>
          <ac:graphicFrameMkLst>
            <pc:docMk/>
            <pc:sldMk cId="3934922175" sldId="257"/>
            <ac:graphicFrameMk id="27" creationId="{82AB5170-E02F-8646-A28D-BC8FF4FFC24D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6.751" v="78" actId="26606"/>
          <ac:graphicFrameMkLst>
            <pc:docMk/>
            <pc:sldMk cId="3934922175" sldId="257"/>
            <ac:graphicFrameMk id="29" creationId="{BDB69062-BEA3-5DA4-C496-DD8A34DB3ABA}"/>
          </ac:graphicFrameMkLst>
        </pc:graphicFrameChg>
        <pc:graphicFrameChg chg="add del mod">
          <ac:chgData name="Noah Dumas" userId="85db4d2b-315f-45d6-90d3-c5d3e0f145f1" providerId="ADAL" clId="{4BD910CF-B769-4765-8DA2-69D7F51C7C00}" dt="2025-12-08T06:31:57.747" v="80" actId="26606"/>
          <ac:graphicFrameMkLst>
            <pc:docMk/>
            <pc:sldMk cId="3934922175" sldId="257"/>
            <ac:graphicFrameMk id="31" creationId="{82AB5170-E02F-8646-A28D-BC8FF4FFC24D}"/>
          </ac:graphicFrameMkLst>
        </pc:graphicFrameChg>
        <pc:graphicFrameChg chg="add del mod modGraphic">
          <ac:chgData name="Noah Dumas" userId="85db4d2b-315f-45d6-90d3-c5d3e0f145f1" providerId="ADAL" clId="{4BD910CF-B769-4765-8DA2-69D7F51C7C00}" dt="2025-12-08T06:50:56.284" v="205" actId="478"/>
          <ac:graphicFrameMkLst>
            <pc:docMk/>
            <pc:sldMk cId="3934922175" sldId="257"/>
            <ac:graphicFrameMk id="33" creationId="{BDB69062-BEA3-5DA4-C496-DD8A34DB3ABA}"/>
          </ac:graphicFrameMkLst>
        </pc:graphicFrameChg>
        <pc:picChg chg="add del">
          <ac:chgData name="Noah Dumas" userId="85db4d2b-315f-45d6-90d3-c5d3e0f145f1" providerId="ADAL" clId="{4BD910CF-B769-4765-8DA2-69D7F51C7C00}" dt="2025-12-08T06:31:45.975" v="58" actId="26606"/>
          <ac:picMkLst>
            <pc:docMk/>
            <pc:sldMk cId="3934922175" sldId="257"/>
            <ac:picMk id="8" creationId="{7A901D6C-CE91-E4E5-1836-C2ADA1079BF1}"/>
          </ac:picMkLst>
        </pc:picChg>
        <pc:picChg chg="add mod">
          <ac:chgData name="Noah Dumas" userId="85db4d2b-315f-45d6-90d3-c5d3e0f145f1" providerId="ADAL" clId="{4BD910CF-B769-4765-8DA2-69D7F51C7C00}" dt="2025-12-08T06:54:23.133" v="284" actId="1076"/>
          <ac:picMkLst>
            <pc:docMk/>
            <pc:sldMk cId="3934922175" sldId="257"/>
            <ac:picMk id="28" creationId="{1928A1B0-9628-E311-D4E0-01E4E92827CD}"/>
          </ac:picMkLst>
        </pc:picChg>
        <pc:picChg chg="add del mod">
          <ac:chgData name="Noah Dumas" userId="85db4d2b-315f-45d6-90d3-c5d3e0f145f1" providerId="ADAL" clId="{4BD910CF-B769-4765-8DA2-69D7F51C7C00}" dt="2025-12-08T06:50:55.525" v="204" actId="478"/>
          <ac:picMkLst>
            <pc:docMk/>
            <pc:sldMk cId="3934922175" sldId="257"/>
            <ac:picMk id="1028" creationId="{9D594774-228E-DB21-E20F-D8425A8B4B72}"/>
          </ac:picMkLst>
        </pc:picChg>
      </pc:sldChg>
      <pc:sldChg chg="addSp delSp modSp new mod">
        <pc:chgData name="Noah Dumas" userId="85db4d2b-315f-45d6-90d3-c5d3e0f145f1" providerId="ADAL" clId="{4BD910CF-B769-4765-8DA2-69D7F51C7C00}" dt="2025-12-08T06:50:21.725" v="201" actId="14100"/>
        <pc:sldMkLst>
          <pc:docMk/>
          <pc:sldMk cId="3107818388" sldId="258"/>
        </pc:sldMkLst>
        <pc:spChg chg="mod">
          <ac:chgData name="Noah Dumas" userId="85db4d2b-315f-45d6-90d3-c5d3e0f145f1" providerId="ADAL" clId="{4BD910CF-B769-4765-8DA2-69D7F51C7C00}" dt="2025-12-08T06:50:02.605" v="197" actId="26606"/>
          <ac:spMkLst>
            <pc:docMk/>
            <pc:sldMk cId="3107818388" sldId="258"/>
            <ac:spMk id="2" creationId="{DC485F0C-12E6-A267-AA09-640463B87705}"/>
          </ac:spMkLst>
        </pc:spChg>
        <pc:spChg chg="del">
          <ac:chgData name="Noah Dumas" userId="85db4d2b-315f-45d6-90d3-c5d3e0f145f1" providerId="ADAL" clId="{4BD910CF-B769-4765-8DA2-69D7F51C7C00}" dt="2025-12-08T06:45:33.720" v="151" actId="22"/>
          <ac:spMkLst>
            <pc:docMk/>
            <pc:sldMk cId="3107818388" sldId="258"/>
            <ac:spMk id="3" creationId="{269E4DB3-3ECC-6E1F-E899-32D37647CEEC}"/>
          </ac:spMkLst>
        </pc:spChg>
        <pc:spChg chg="add del mod">
          <ac:chgData name="Noah Dumas" userId="85db4d2b-315f-45d6-90d3-c5d3e0f145f1" providerId="ADAL" clId="{4BD910CF-B769-4765-8DA2-69D7F51C7C00}" dt="2025-12-08T06:39:20.931" v="150" actId="478"/>
          <ac:spMkLst>
            <pc:docMk/>
            <pc:sldMk cId="3107818388" sldId="258"/>
            <ac:spMk id="5" creationId="{036DF8A4-2665-FE6F-AF10-E69F3527B077}"/>
          </ac:spMkLst>
        </pc:spChg>
        <pc:spChg chg="add del mod">
          <ac:chgData name="Noah Dumas" userId="85db4d2b-315f-45d6-90d3-c5d3e0f145f1" providerId="ADAL" clId="{4BD910CF-B769-4765-8DA2-69D7F51C7C00}" dt="2025-12-08T06:50:02.605" v="197" actId="26606"/>
          <ac:spMkLst>
            <pc:docMk/>
            <pc:sldMk cId="3107818388" sldId="258"/>
            <ac:spMk id="9" creationId="{45A69CEE-D3B4-6278-C797-D94859A94538}"/>
          </ac:spMkLst>
        </pc:spChg>
        <pc:spChg chg="add mod">
          <ac:chgData name="Noah Dumas" userId="85db4d2b-315f-45d6-90d3-c5d3e0f145f1" providerId="ADAL" clId="{4BD910CF-B769-4765-8DA2-69D7F51C7C00}" dt="2025-12-08T06:47:05.524" v="172"/>
          <ac:spMkLst>
            <pc:docMk/>
            <pc:sldMk cId="3107818388" sldId="258"/>
            <ac:spMk id="12" creationId="{2C1A7078-3CCD-25D9-702C-575DFA49E55D}"/>
          </ac:spMkLst>
        </pc:spChg>
        <pc:picChg chg="add del mod ord">
          <ac:chgData name="Noah Dumas" userId="85db4d2b-315f-45d6-90d3-c5d3e0f145f1" providerId="ADAL" clId="{4BD910CF-B769-4765-8DA2-69D7F51C7C00}" dt="2025-12-08T06:46:37.167" v="158" actId="478"/>
          <ac:picMkLst>
            <pc:docMk/>
            <pc:sldMk cId="3107818388" sldId="258"/>
            <ac:picMk id="7" creationId="{D7126DB7-74D8-9E38-449C-084B5C6DBB20}"/>
          </ac:picMkLst>
        </pc:picChg>
        <pc:picChg chg="add mod">
          <ac:chgData name="Noah Dumas" userId="85db4d2b-315f-45d6-90d3-c5d3e0f145f1" providerId="ADAL" clId="{4BD910CF-B769-4765-8DA2-69D7F51C7C00}" dt="2025-12-08T06:50:21.725" v="201" actId="14100"/>
          <ac:picMkLst>
            <pc:docMk/>
            <pc:sldMk cId="3107818388" sldId="258"/>
            <ac:picMk id="11" creationId="{7DB15B63-BE37-5A5A-4CA2-4D80EEF7CB6C}"/>
          </ac:picMkLst>
        </pc:picChg>
      </pc:sldChg>
      <pc:sldChg chg="addSp delSp modSp new mod">
        <pc:chgData name="Noah Dumas" userId="85db4d2b-315f-45d6-90d3-c5d3e0f145f1" providerId="ADAL" clId="{4BD910CF-B769-4765-8DA2-69D7F51C7C00}" dt="2025-12-08T06:57:52.882" v="315" actId="1076"/>
        <pc:sldMkLst>
          <pc:docMk/>
          <pc:sldMk cId="1926683010" sldId="259"/>
        </pc:sldMkLst>
        <pc:spChg chg="mod">
          <ac:chgData name="Noah Dumas" userId="85db4d2b-315f-45d6-90d3-c5d3e0f145f1" providerId="ADAL" clId="{4BD910CF-B769-4765-8DA2-69D7F51C7C00}" dt="2025-12-08T06:56:31.554" v="296"/>
          <ac:spMkLst>
            <pc:docMk/>
            <pc:sldMk cId="1926683010" sldId="259"/>
            <ac:spMk id="2" creationId="{B0ACE9D2-74B2-5628-48EB-274434115916}"/>
          </ac:spMkLst>
        </pc:spChg>
        <pc:spChg chg="add del mod">
          <ac:chgData name="Noah Dumas" userId="85db4d2b-315f-45d6-90d3-c5d3e0f145f1" providerId="ADAL" clId="{4BD910CF-B769-4765-8DA2-69D7F51C7C00}" dt="2025-12-08T06:57:33.818" v="306" actId="14100"/>
          <ac:spMkLst>
            <pc:docMk/>
            <pc:sldMk cId="1926683010" sldId="259"/>
            <ac:spMk id="3" creationId="{E125D4A1-7B43-3272-3D55-FE0296FB664E}"/>
          </ac:spMkLst>
        </pc:spChg>
        <pc:spChg chg="add mod">
          <ac:chgData name="Noah Dumas" userId="85db4d2b-315f-45d6-90d3-c5d3e0f145f1" providerId="ADAL" clId="{4BD910CF-B769-4765-8DA2-69D7F51C7C00}" dt="2025-12-08T06:57:13.309" v="300"/>
          <ac:spMkLst>
            <pc:docMk/>
            <pc:sldMk cId="1926683010" sldId="259"/>
            <ac:spMk id="6" creationId="{960EA125-CF57-82E3-8888-A7E446789829}"/>
          </ac:spMkLst>
        </pc:spChg>
        <pc:spChg chg="add del">
          <ac:chgData name="Noah Dumas" userId="85db4d2b-315f-45d6-90d3-c5d3e0f145f1" providerId="ADAL" clId="{4BD910CF-B769-4765-8DA2-69D7F51C7C00}" dt="2025-12-08T06:57:35.186" v="308" actId="22"/>
          <ac:spMkLst>
            <pc:docMk/>
            <pc:sldMk cId="1926683010" sldId="259"/>
            <ac:spMk id="8" creationId="{20D0B601-F62A-9102-FEEE-A68C8B3EA35D}"/>
          </ac:spMkLst>
        </pc:spChg>
        <pc:picChg chg="add del mod ord">
          <ac:chgData name="Noah Dumas" userId="85db4d2b-315f-45d6-90d3-c5d3e0f145f1" providerId="ADAL" clId="{4BD910CF-B769-4765-8DA2-69D7F51C7C00}" dt="2025-12-08T06:57:03.715" v="298" actId="22"/>
          <ac:picMkLst>
            <pc:docMk/>
            <pc:sldMk cId="1926683010" sldId="259"/>
            <ac:picMk id="5" creationId="{3696BA0E-0D8C-FB1B-2C80-2F839615DF3E}"/>
          </ac:picMkLst>
        </pc:picChg>
        <pc:picChg chg="add mod">
          <ac:chgData name="Noah Dumas" userId="85db4d2b-315f-45d6-90d3-c5d3e0f145f1" providerId="ADAL" clId="{4BD910CF-B769-4765-8DA2-69D7F51C7C00}" dt="2025-12-08T06:57:52.882" v="315" actId="1076"/>
          <ac:picMkLst>
            <pc:docMk/>
            <pc:sldMk cId="1926683010" sldId="259"/>
            <ac:picMk id="10" creationId="{65F23CA3-2596-C2DF-710A-8B0A8A0E46C9}"/>
          </ac:picMkLst>
        </pc:picChg>
      </pc:sldChg>
      <pc:sldMasterChg chg="del delSldLayout">
        <pc:chgData name="Noah Dumas" userId="85db4d2b-315f-45d6-90d3-c5d3e0f145f1" providerId="ADAL" clId="{4BD910CF-B769-4765-8DA2-69D7F51C7C00}" dt="2025-12-08T06:20:27.547" v="3" actId="26606"/>
        <pc:sldMasterMkLst>
          <pc:docMk/>
          <pc:sldMasterMk cId="2460954070" sldId="2147483660"/>
        </pc:sldMasterMkLst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replId addSldLayout">
        <pc:chgData name="Noah Dumas" userId="85db4d2b-315f-45d6-90d3-c5d3e0f145f1" providerId="ADAL" clId="{4BD910CF-B769-4765-8DA2-69D7F51C7C00}" dt="2025-12-08T06:20:27.547" v="3" actId="26606"/>
        <pc:sldMasterMkLst>
          <pc:docMk/>
          <pc:sldMasterMk cId="3029634858" sldId="2147483672"/>
        </pc:sldMasterMkLst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756975595" sldId="2147483673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94304596" sldId="2147483674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385615569" sldId="2147483675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99387581" sldId="2147483676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253121590" sldId="2147483677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508078331" sldId="2147483678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586454192" sldId="2147483679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002953877" sldId="2147483680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945778115" sldId="2147483681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837297809" sldId="2147483682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399939939" sldId="2147483683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019452854" sldId="2147483684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046637632" sldId="2147483685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914784770" sldId="2147483686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513636254" sldId="2147483687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647486552" sldId="2147483688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991199296" sldId="2147483689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314163731" sldId="2147483690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380515601" sldId="2147483691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338696743" sldId="2147483692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500921774" sldId="2147483693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4287992609" sldId="2147483694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924613656" sldId="2147483695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829102098" sldId="2147483696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747051874" sldId="2147483697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4232569856" sldId="2147483698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706370586" sldId="2147483699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588793194" sldId="2147483700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826717716" sldId="2147483701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188357671" sldId="2147483702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580840828" sldId="2147483703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185110119" sldId="2147483704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915600607" sldId="2147483705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352669913" sldId="2147483706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785668730" sldId="2147483707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807308990" sldId="2147483708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547039616" sldId="2147483709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983724321" sldId="2147483710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561317466" sldId="2147483711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440851309" sldId="2147483712"/>
          </pc:sldLayoutMkLst>
        </pc:sldLayoutChg>
        <pc:sldLayoutChg chg="ad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794867468" sldId="2147483713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050888822" sldId="2147483714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532252724" sldId="2147483715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3229335126" sldId="2147483716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4176009623" sldId="2147483717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19145357" sldId="2147483718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359581656" sldId="2147483719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480195346" sldId="2147483720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2112368775" sldId="2147483721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1484153265" sldId="2147483722"/>
          </pc:sldLayoutMkLst>
        </pc:sldLayoutChg>
        <pc:sldLayoutChg chg="add replId">
          <pc:chgData name="Noah Dumas" userId="85db4d2b-315f-45d6-90d3-c5d3e0f145f1" providerId="ADAL" clId="{4BD910CF-B769-4765-8DA2-69D7F51C7C00}" dt="2025-12-08T06:20:27.547" v="3" actId="26606"/>
          <pc:sldLayoutMkLst>
            <pc:docMk/>
            <pc:sldMasterMk cId="3029634858" sldId="2147483672"/>
            <pc:sldLayoutMk cId="89346499" sldId="2147483723"/>
          </pc:sldLayoutMkLst>
        </pc:sldLayoutChg>
      </pc:sldMasterChg>
    </pc:docChg>
  </pc:docChgLst>
  <pc:docChgLst>
    <pc:chgData name="Noah Dumas" userId="S::ndumas@uccs.edu::85db4d2b-315f-45d6-90d3-c5d3e0f145f1" providerId="AD" clId="Web-{C474AAB1-4B4E-90EF-7FA8-F5E2F4B4AAD5}"/>
    <pc:docChg chg="addSld delSld modSld sldOrd delSection modSection">
      <pc:chgData name="Noah Dumas" userId="S::ndumas@uccs.edu::85db4d2b-315f-45d6-90d3-c5d3e0f145f1" providerId="AD" clId="Web-{C474AAB1-4B4E-90EF-7FA8-F5E2F4B4AAD5}" dt="2025-12-09T08:53:32.726" v="285" actId="20577"/>
      <pc:docMkLst>
        <pc:docMk/>
      </pc:docMkLst>
      <pc:sldChg chg="modSp ord">
        <pc:chgData name="Noah Dumas" userId="S::ndumas@uccs.edu::85db4d2b-315f-45d6-90d3-c5d3e0f145f1" providerId="AD" clId="Web-{C474AAB1-4B4E-90EF-7FA8-F5E2F4B4AAD5}" dt="2025-12-09T08:19:58.014" v="201"/>
        <pc:sldMkLst>
          <pc:docMk/>
          <pc:sldMk cId="109857222" sldId="256"/>
        </pc:sldMkLst>
        <pc:spChg chg="mod">
          <ac:chgData name="Noah Dumas" userId="S::ndumas@uccs.edu::85db4d2b-315f-45d6-90d3-c5d3e0f145f1" providerId="AD" clId="Web-{C474AAB1-4B4E-90EF-7FA8-F5E2F4B4AAD5}" dt="2025-12-09T05:22:01.939" v="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oah Dumas" userId="S::ndumas@uccs.edu::85db4d2b-315f-45d6-90d3-c5d3e0f145f1" providerId="AD" clId="Web-{C474AAB1-4B4E-90EF-7FA8-F5E2F4B4AAD5}" dt="2025-12-09T05:22:18.907" v="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ord chgLayout">
        <pc:chgData name="Noah Dumas" userId="S::ndumas@uccs.edu::85db4d2b-315f-45d6-90d3-c5d3e0f145f1" providerId="AD" clId="Web-{C474AAB1-4B4E-90EF-7FA8-F5E2F4B4AAD5}" dt="2025-12-09T08:53:32.726" v="285" actId="20577"/>
        <pc:sldMkLst>
          <pc:docMk/>
          <pc:sldMk cId="3934922175" sldId="257"/>
        </pc:sldMkLst>
        <pc:spChg chg="mod">
          <ac:chgData name="Noah Dumas" userId="S::ndumas@uccs.edu::85db4d2b-315f-45d6-90d3-c5d3e0f145f1" providerId="AD" clId="Web-{C474AAB1-4B4E-90EF-7FA8-F5E2F4B4AAD5}" dt="2025-12-09T07:11:48.644" v="94"/>
          <ac:spMkLst>
            <pc:docMk/>
            <pc:sldMk cId="3934922175" sldId="257"/>
            <ac:spMk id="2" creationId="{78DAB647-A633-0CB0-A92E-0B276CAD9602}"/>
          </ac:spMkLst>
        </pc:spChg>
        <pc:spChg chg="mod ord">
          <ac:chgData name="Noah Dumas" userId="S::ndumas@uccs.edu::85db4d2b-315f-45d6-90d3-c5d3e0f145f1" providerId="AD" clId="Web-{C474AAB1-4B4E-90EF-7FA8-F5E2F4B4AAD5}" dt="2025-12-09T08:53:32.726" v="285" actId="20577"/>
          <ac:spMkLst>
            <pc:docMk/>
            <pc:sldMk cId="3934922175" sldId="257"/>
            <ac:spMk id="19" creationId="{2CEAF7C6-DA20-5FB7-A965-FAB83416D753}"/>
          </ac:spMkLst>
        </pc:spChg>
        <pc:picChg chg="mod">
          <ac:chgData name="Noah Dumas" userId="S::ndumas@uccs.edu::85db4d2b-315f-45d6-90d3-c5d3e0f145f1" providerId="AD" clId="Web-{C474AAB1-4B4E-90EF-7FA8-F5E2F4B4AAD5}" dt="2025-12-09T07:11:48.644" v="94"/>
          <ac:picMkLst>
            <pc:docMk/>
            <pc:sldMk cId="3934922175" sldId="257"/>
            <ac:picMk id="28" creationId="{1928A1B0-9628-E311-D4E0-01E4E92827CD}"/>
          </ac:picMkLst>
        </pc:picChg>
      </pc:sldChg>
      <pc:sldChg chg="addSp delSp modSp add del mod ord chgLayout">
        <pc:chgData name="Noah Dumas" userId="S::ndumas@uccs.edu::85db4d2b-315f-45d6-90d3-c5d3e0f145f1" providerId="AD" clId="Web-{C474AAB1-4B4E-90EF-7FA8-F5E2F4B4AAD5}" dt="2025-12-09T08:53:11.976" v="275" actId="14100"/>
        <pc:sldMkLst>
          <pc:docMk/>
          <pc:sldMk cId="3107818388" sldId="258"/>
        </pc:sldMkLst>
        <pc:spChg chg="mod">
          <ac:chgData name="Noah Dumas" userId="S::ndumas@uccs.edu::85db4d2b-315f-45d6-90d3-c5d3e0f145f1" providerId="AD" clId="Web-{C474AAB1-4B4E-90EF-7FA8-F5E2F4B4AAD5}" dt="2025-12-09T07:14:57.784" v="106"/>
          <ac:spMkLst>
            <pc:docMk/>
            <pc:sldMk cId="3107818388" sldId="258"/>
            <ac:spMk id="2" creationId="{DC485F0C-12E6-A267-AA09-640463B87705}"/>
          </ac:spMkLst>
        </pc:spChg>
        <pc:spChg chg="mod ord">
          <ac:chgData name="Noah Dumas" userId="S::ndumas@uccs.edu::85db4d2b-315f-45d6-90d3-c5d3e0f145f1" providerId="AD" clId="Web-{C474AAB1-4B4E-90EF-7FA8-F5E2F4B4AAD5}" dt="2025-12-09T08:51:50.101" v="262" actId="20577"/>
          <ac:spMkLst>
            <pc:docMk/>
            <pc:sldMk cId="3107818388" sldId="258"/>
            <ac:spMk id="9" creationId="{45A69CEE-D3B4-6278-C797-D94859A94538}"/>
          </ac:spMkLst>
        </pc:spChg>
        <pc:picChg chg="add del mod">
          <ac:chgData name="Noah Dumas" userId="S::ndumas@uccs.edu::85db4d2b-315f-45d6-90d3-c5d3e0f145f1" providerId="AD" clId="Web-{C474AAB1-4B4E-90EF-7FA8-F5E2F4B4AAD5}" dt="2025-12-09T08:39:02.522" v="215"/>
          <ac:picMkLst>
            <pc:docMk/>
            <pc:sldMk cId="3107818388" sldId="258"/>
            <ac:picMk id="3" creationId="{66A6D5DB-D4FE-4171-C84A-7EC4D732DE09}"/>
          </ac:picMkLst>
        </pc:picChg>
        <pc:picChg chg="add mod">
          <ac:chgData name="Noah Dumas" userId="S::ndumas@uccs.edu::85db4d2b-315f-45d6-90d3-c5d3e0f145f1" providerId="AD" clId="Web-{C474AAB1-4B4E-90EF-7FA8-F5E2F4B4AAD5}" dt="2025-12-09T08:53:11.976" v="275" actId="14100"/>
          <ac:picMkLst>
            <pc:docMk/>
            <pc:sldMk cId="3107818388" sldId="258"/>
            <ac:picMk id="4" creationId="{929AFCBA-A255-BEBB-C08F-8DC51E205F67}"/>
          </ac:picMkLst>
        </pc:picChg>
        <pc:picChg chg="del">
          <ac:chgData name="Noah Dumas" userId="S::ndumas@uccs.edu::85db4d2b-315f-45d6-90d3-c5d3e0f145f1" providerId="AD" clId="Web-{C474AAB1-4B4E-90EF-7FA8-F5E2F4B4AAD5}" dt="2025-12-09T07:04:20.459" v="60"/>
          <ac:picMkLst>
            <pc:docMk/>
            <pc:sldMk cId="3107818388" sldId="258"/>
            <ac:picMk id="11" creationId="{7DB15B63-BE37-5A5A-4CA2-4D80EEF7CB6C}"/>
          </ac:picMkLst>
        </pc:picChg>
      </pc:sldChg>
      <pc:sldChg chg="addSp delSp modSp mod ord chgLayout">
        <pc:chgData name="Noah Dumas" userId="S::ndumas@uccs.edu::85db4d2b-315f-45d6-90d3-c5d3e0f145f1" providerId="AD" clId="Web-{C474AAB1-4B4E-90EF-7FA8-F5E2F4B4AAD5}" dt="2025-12-09T08:53:12.148" v="278" actId="1076"/>
        <pc:sldMkLst>
          <pc:docMk/>
          <pc:sldMk cId="1926683010" sldId="259"/>
        </pc:sldMkLst>
        <pc:spChg chg="mod">
          <ac:chgData name="Noah Dumas" userId="S::ndumas@uccs.edu::85db4d2b-315f-45d6-90d3-c5d3e0f145f1" providerId="AD" clId="Web-{C474AAB1-4B4E-90EF-7FA8-F5E2F4B4AAD5}" dt="2025-12-09T07:25:26.028" v="108"/>
          <ac:spMkLst>
            <pc:docMk/>
            <pc:sldMk cId="1926683010" sldId="259"/>
            <ac:spMk id="2" creationId="{B0ACE9D2-74B2-5628-48EB-274434115916}"/>
          </ac:spMkLst>
        </pc:spChg>
        <pc:spChg chg="mod ord">
          <ac:chgData name="Noah Dumas" userId="S::ndumas@uccs.edu::85db4d2b-315f-45d6-90d3-c5d3e0f145f1" providerId="AD" clId="Web-{C474AAB1-4B4E-90EF-7FA8-F5E2F4B4AAD5}" dt="2025-12-09T08:52:10.179" v="265" actId="20577"/>
          <ac:spMkLst>
            <pc:docMk/>
            <pc:sldMk cId="1926683010" sldId="259"/>
            <ac:spMk id="3" creationId="{E125D4A1-7B43-3272-3D55-FE0296FB664E}"/>
          </ac:spMkLst>
        </pc:spChg>
        <pc:spChg chg="add del mod">
          <ac:chgData name="Noah Dumas" userId="S::ndumas@uccs.edu::85db4d2b-315f-45d6-90d3-c5d3e0f145f1" providerId="AD" clId="Web-{C474AAB1-4B4E-90EF-7FA8-F5E2F4B4AAD5}" dt="2025-12-09T08:20:59.108" v="208"/>
          <ac:spMkLst>
            <pc:docMk/>
            <pc:sldMk cId="1926683010" sldId="259"/>
            <ac:spMk id="5" creationId="{D3AB8509-7CA6-5BDB-5BE5-669F816AA113}"/>
          </ac:spMkLst>
        </pc:spChg>
        <pc:picChg chg="add del mod">
          <ac:chgData name="Noah Dumas" userId="S::ndumas@uccs.edu::85db4d2b-315f-45d6-90d3-c5d3e0f145f1" providerId="AD" clId="Web-{C474AAB1-4B4E-90EF-7FA8-F5E2F4B4AAD5}" dt="2025-12-09T08:39:03.193" v="219"/>
          <ac:picMkLst>
            <pc:docMk/>
            <pc:sldMk cId="1926683010" sldId="259"/>
            <ac:picMk id="4" creationId="{3DDFC6E5-68AA-789A-5638-FCD027BF5BD0}"/>
          </ac:picMkLst>
        </pc:picChg>
        <pc:picChg chg="add del mod">
          <ac:chgData name="Noah Dumas" userId="S::ndumas@uccs.edu::85db4d2b-315f-45d6-90d3-c5d3e0f145f1" providerId="AD" clId="Web-{C474AAB1-4B4E-90EF-7FA8-F5E2F4B4AAD5}" dt="2025-12-09T08:39:43.381" v="224"/>
          <ac:picMkLst>
            <pc:docMk/>
            <pc:sldMk cId="1926683010" sldId="259"/>
            <ac:picMk id="6" creationId="{FC8D7129-BCA0-6549-01F8-6ECE63C160D7}"/>
          </ac:picMkLst>
        </pc:picChg>
        <pc:picChg chg="add mod">
          <ac:chgData name="Noah Dumas" userId="S::ndumas@uccs.edu::85db4d2b-315f-45d6-90d3-c5d3e0f145f1" providerId="AD" clId="Web-{C474AAB1-4B4E-90EF-7FA8-F5E2F4B4AAD5}" dt="2025-12-09T08:53:12.148" v="278" actId="1076"/>
          <ac:picMkLst>
            <pc:docMk/>
            <pc:sldMk cId="1926683010" sldId="259"/>
            <ac:picMk id="7" creationId="{2C5AFE9F-079A-4DBB-FC2E-65AF9BEC8A3D}"/>
          </ac:picMkLst>
        </pc:picChg>
        <pc:picChg chg="del">
          <ac:chgData name="Noah Dumas" userId="S::ndumas@uccs.edu::85db4d2b-315f-45d6-90d3-c5d3e0f145f1" providerId="AD" clId="Web-{C474AAB1-4B4E-90EF-7FA8-F5E2F4B4AAD5}" dt="2025-12-09T07:14:47.738" v="104"/>
          <ac:picMkLst>
            <pc:docMk/>
            <pc:sldMk cId="1926683010" sldId="259"/>
            <ac:picMk id="10" creationId="{65F23CA3-2596-C2DF-710A-8B0A8A0E46C9}"/>
          </ac:picMkLst>
        </pc:picChg>
      </pc:sldChg>
      <pc:sldChg chg="new del">
        <pc:chgData name="Noah Dumas" userId="S::ndumas@uccs.edu::85db4d2b-315f-45d6-90d3-c5d3e0f145f1" providerId="AD" clId="Web-{C474AAB1-4B4E-90EF-7FA8-F5E2F4B4AAD5}" dt="2025-12-09T08:06:14.221" v="119"/>
        <pc:sldMkLst>
          <pc:docMk/>
          <pc:sldMk cId="627533213" sldId="260"/>
        </pc:sldMkLst>
      </pc:sldChg>
      <pc:sldChg chg="new del">
        <pc:chgData name="Noah Dumas" userId="S::ndumas@uccs.edu::85db4d2b-315f-45d6-90d3-c5d3e0f145f1" providerId="AD" clId="Web-{C474AAB1-4B4E-90EF-7FA8-F5E2F4B4AAD5}" dt="2025-12-09T08:06:13.987" v="116"/>
        <pc:sldMkLst>
          <pc:docMk/>
          <pc:sldMk cId="1927888507" sldId="260"/>
        </pc:sldMkLst>
      </pc:sldChg>
      <pc:sldChg chg="addSp delSp modSp new add del mod ord setBg modClrScheme chgLayout">
        <pc:chgData name="Noah Dumas" userId="S::ndumas@uccs.edu::85db4d2b-315f-45d6-90d3-c5d3e0f145f1" providerId="AD" clId="Web-{C474AAB1-4B4E-90EF-7FA8-F5E2F4B4AAD5}" dt="2025-12-09T08:53:32.367" v="281" actId="1076"/>
        <pc:sldMkLst>
          <pc:docMk/>
          <pc:sldMk cId="3473043812" sldId="261"/>
        </pc:sldMkLst>
        <pc:spChg chg="mod">
          <ac:chgData name="Noah Dumas" userId="S::ndumas@uccs.edu::85db4d2b-315f-45d6-90d3-c5d3e0f145f1" providerId="AD" clId="Web-{C474AAB1-4B4E-90EF-7FA8-F5E2F4B4AAD5}" dt="2025-12-09T08:13:10.901" v="155"/>
          <ac:spMkLst>
            <pc:docMk/>
            <pc:sldMk cId="3473043812" sldId="261"/>
            <ac:spMk id="2" creationId="{C2B2C3A1-910C-DB5B-8CA2-4D6E8BB7076A}"/>
          </ac:spMkLst>
        </pc:spChg>
        <pc:spChg chg="mod ord">
          <ac:chgData name="Noah Dumas" userId="S::ndumas@uccs.edu::85db4d2b-315f-45d6-90d3-c5d3e0f145f1" providerId="AD" clId="Web-{C474AAB1-4B4E-90EF-7FA8-F5E2F4B4AAD5}" dt="2025-12-09T08:52:10.336" v="267" actId="20577"/>
          <ac:spMkLst>
            <pc:docMk/>
            <pc:sldMk cId="3473043812" sldId="261"/>
            <ac:spMk id="3" creationId="{04A39BF7-A496-9C80-DD60-F94C84414450}"/>
          </ac:spMkLst>
        </pc:spChg>
        <pc:picChg chg="add del mod">
          <ac:chgData name="Noah Dumas" userId="S::ndumas@uccs.edu::85db4d2b-315f-45d6-90d3-c5d3e0f145f1" providerId="AD" clId="Web-{C474AAB1-4B4E-90EF-7FA8-F5E2F4B4AAD5}" dt="2025-12-09T08:12:24.318" v="141"/>
          <ac:picMkLst>
            <pc:docMk/>
            <pc:sldMk cId="3473043812" sldId="261"/>
            <ac:picMk id="4" creationId="{59CF06D2-5501-806E-B574-D54F82DEA977}"/>
          </ac:picMkLst>
        </pc:picChg>
        <pc:picChg chg="add del mod">
          <ac:chgData name="Noah Dumas" userId="S::ndumas@uccs.edu::85db4d2b-315f-45d6-90d3-c5d3e0f145f1" providerId="AD" clId="Web-{C474AAB1-4B4E-90EF-7FA8-F5E2F4B4AAD5}" dt="2025-12-09T08:13:30.948" v="156"/>
          <ac:picMkLst>
            <pc:docMk/>
            <pc:sldMk cId="3473043812" sldId="261"/>
            <ac:picMk id="5" creationId="{23D2FA29-D979-34F8-AD8F-D32C9E067890}"/>
          </ac:picMkLst>
        </pc:picChg>
        <pc:picChg chg="add del mod">
          <ac:chgData name="Noah Dumas" userId="S::ndumas@uccs.edu::85db4d2b-315f-45d6-90d3-c5d3e0f145f1" providerId="AD" clId="Web-{C474AAB1-4B4E-90EF-7FA8-F5E2F4B4AAD5}" dt="2025-12-09T08:14:32.432" v="164"/>
          <ac:picMkLst>
            <pc:docMk/>
            <pc:sldMk cId="3473043812" sldId="261"/>
            <ac:picMk id="6" creationId="{ACD8FF25-4B15-3071-A3F4-4759FBCE75BA}"/>
          </ac:picMkLst>
        </pc:picChg>
        <pc:picChg chg="add del mod">
          <ac:chgData name="Noah Dumas" userId="S::ndumas@uccs.edu::85db4d2b-315f-45d6-90d3-c5d3e0f145f1" providerId="AD" clId="Web-{C474AAB1-4B4E-90EF-7FA8-F5E2F4B4AAD5}" dt="2025-12-09T08:16:24.713" v="178"/>
          <ac:picMkLst>
            <pc:docMk/>
            <pc:sldMk cId="3473043812" sldId="261"/>
            <ac:picMk id="7" creationId="{3E98412A-F28F-388C-04B3-1FA247637652}"/>
          </ac:picMkLst>
        </pc:picChg>
        <pc:picChg chg="add del mod">
          <ac:chgData name="Noah Dumas" userId="S::ndumas@uccs.edu::85db4d2b-315f-45d6-90d3-c5d3e0f145f1" providerId="AD" clId="Web-{C474AAB1-4B4E-90EF-7FA8-F5E2F4B4AAD5}" dt="2025-12-09T08:16:32.979" v="182"/>
          <ac:picMkLst>
            <pc:docMk/>
            <pc:sldMk cId="3473043812" sldId="261"/>
            <ac:picMk id="8" creationId="{07C0B7EF-9C61-3D7D-1900-4575C50C4DBF}"/>
          </ac:picMkLst>
        </pc:picChg>
        <pc:picChg chg="add del mod">
          <ac:chgData name="Noah Dumas" userId="S::ndumas@uccs.edu::85db4d2b-315f-45d6-90d3-c5d3e0f145f1" providerId="AD" clId="Web-{C474AAB1-4B4E-90EF-7FA8-F5E2F4B4AAD5}" dt="2025-12-09T08:39:43.912" v="227"/>
          <ac:picMkLst>
            <pc:docMk/>
            <pc:sldMk cId="3473043812" sldId="261"/>
            <ac:picMk id="9" creationId="{976D353A-E853-18E7-1857-40EC96725231}"/>
          </ac:picMkLst>
        </pc:picChg>
        <pc:picChg chg="add mod">
          <ac:chgData name="Noah Dumas" userId="S::ndumas@uccs.edu::85db4d2b-315f-45d6-90d3-c5d3e0f145f1" providerId="AD" clId="Web-{C474AAB1-4B4E-90EF-7FA8-F5E2F4B4AAD5}" dt="2025-12-09T08:53:32.367" v="281" actId="1076"/>
          <ac:picMkLst>
            <pc:docMk/>
            <pc:sldMk cId="3473043812" sldId="261"/>
            <ac:picMk id="10" creationId="{51481C55-6832-6C8D-FEEC-404445C4F405}"/>
          </ac:picMkLst>
        </pc:picChg>
      </pc:sldChg>
      <pc:sldChg chg="addSp modSp new mod setBg">
        <pc:chgData name="Noah Dumas" userId="S::ndumas@uccs.edu::85db4d2b-315f-45d6-90d3-c5d3e0f145f1" providerId="AD" clId="Web-{C474AAB1-4B4E-90EF-7FA8-F5E2F4B4AAD5}" dt="2025-12-09T08:53:32.492" v="283" actId="1076"/>
        <pc:sldMkLst>
          <pc:docMk/>
          <pc:sldMk cId="1714765233" sldId="262"/>
        </pc:sldMkLst>
        <pc:spChg chg="mod">
          <ac:chgData name="Noah Dumas" userId="S::ndumas@uccs.edu::85db4d2b-315f-45d6-90d3-c5d3e0f145f1" providerId="AD" clId="Web-{C474AAB1-4B4E-90EF-7FA8-F5E2F4B4AAD5}" dt="2025-12-09T08:40:24.365" v="232" actId="20577"/>
          <ac:spMkLst>
            <pc:docMk/>
            <pc:sldMk cId="1714765233" sldId="262"/>
            <ac:spMk id="2" creationId="{C9434FDB-1FD8-A399-FD12-08185288F682}"/>
          </ac:spMkLst>
        </pc:spChg>
        <pc:spChg chg="mod">
          <ac:chgData name="Noah Dumas" userId="S::ndumas@uccs.edu::85db4d2b-315f-45d6-90d3-c5d3e0f145f1" providerId="AD" clId="Web-{C474AAB1-4B4E-90EF-7FA8-F5E2F4B4AAD5}" dt="2025-12-09T08:49:47.614" v="260" actId="20577"/>
          <ac:spMkLst>
            <pc:docMk/>
            <pc:sldMk cId="1714765233" sldId="262"/>
            <ac:spMk id="3" creationId="{40973E9A-8F2D-7427-90CF-1445DA8599FD}"/>
          </ac:spMkLst>
        </pc:spChg>
        <pc:picChg chg="add mod">
          <ac:chgData name="Noah Dumas" userId="S::ndumas@uccs.edu::85db4d2b-315f-45d6-90d3-c5d3e0f145f1" providerId="AD" clId="Web-{C474AAB1-4B4E-90EF-7FA8-F5E2F4B4AAD5}" dt="2025-12-09T08:53:32.492" v="283" actId="1076"/>
          <ac:picMkLst>
            <pc:docMk/>
            <pc:sldMk cId="1714765233" sldId="262"/>
            <ac:picMk id="4" creationId="{2C054C79-78CF-18A3-A356-5EF04E73455A}"/>
          </ac:picMkLst>
        </pc:picChg>
      </pc:sldChg>
      <pc:sldChg chg="addSp delSp modSp new mod chgLayout">
        <pc:chgData name="Noah Dumas" userId="S::ndumas@uccs.edu::85db4d2b-315f-45d6-90d3-c5d3e0f145f1" providerId="AD" clId="Web-{C474AAB1-4B4E-90EF-7FA8-F5E2F4B4AAD5}" dt="2025-12-09T08:45:45.204" v="259" actId="1076"/>
        <pc:sldMkLst>
          <pc:docMk/>
          <pc:sldMk cId="625423251" sldId="263"/>
        </pc:sldMkLst>
        <pc:spChg chg="del">
          <ac:chgData name="Noah Dumas" userId="S::ndumas@uccs.edu::85db4d2b-315f-45d6-90d3-c5d3e0f145f1" providerId="AD" clId="Web-{C474AAB1-4B4E-90EF-7FA8-F5E2F4B4AAD5}" dt="2025-12-09T08:45:08.106" v="256"/>
          <ac:spMkLst>
            <pc:docMk/>
            <pc:sldMk cId="625423251" sldId="263"/>
            <ac:spMk id="2" creationId="{6CE10EFF-1227-5C17-A988-67CAF1A9087D}"/>
          </ac:spMkLst>
        </pc:spChg>
        <pc:spChg chg="mod">
          <ac:chgData name="Noah Dumas" userId="S::ndumas@uccs.edu::85db4d2b-315f-45d6-90d3-c5d3e0f145f1" providerId="AD" clId="Web-{C474AAB1-4B4E-90EF-7FA8-F5E2F4B4AAD5}" dt="2025-12-09T08:45:45.204" v="259" actId="1076"/>
          <ac:spMkLst>
            <pc:docMk/>
            <pc:sldMk cId="625423251" sldId="263"/>
            <ac:spMk id="3" creationId="{3768C15B-BF51-0CF5-E6A1-264FCA11203C}"/>
          </ac:spMkLst>
        </pc:spChg>
        <pc:spChg chg="add del mod">
          <ac:chgData name="Noah Dumas" userId="S::ndumas@uccs.edu::85db4d2b-315f-45d6-90d3-c5d3e0f145f1" providerId="AD" clId="Web-{C474AAB1-4B4E-90EF-7FA8-F5E2F4B4AAD5}" dt="2025-12-09T08:45:40.294" v="258"/>
          <ac:spMkLst>
            <pc:docMk/>
            <pc:sldMk cId="625423251" sldId="263"/>
            <ac:spMk id="8" creationId="{75A69E5E-2F7A-FBEB-6DA0-688054CF0DDC}"/>
          </ac:spMkLst>
        </pc:spChg>
      </pc:sldChg>
      <pc:sldChg chg="modSp new del">
        <pc:chgData name="Noah Dumas" userId="S::ndumas@uccs.edu::85db4d2b-315f-45d6-90d3-c5d3e0f145f1" providerId="AD" clId="Web-{C474AAB1-4B4E-90EF-7FA8-F5E2F4B4AAD5}" dt="2025-12-09T08:44:06.388" v="245"/>
        <pc:sldMkLst>
          <pc:docMk/>
          <pc:sldMk cId="1500070859" sldId="263"/>
        </pc:sldMkLst>
        <pc:spChg chg="mod">
          <ac:chgData name="Noah Dumas" userId="S::ndumas@uccs.edu::85db4d2b-315f-45d6-90d3-c5d3e0f145f1" providerId="AD" clId="Web-{C474AAB1-4B4E-90EF-7FA8-F5E2F4B4AAD5}" dt="2025-12-09T08:44:06.278" v="244" actId="20577"/>
          <ac:spMkLst>
            <pc:docMk/>
            <pc:sldMk cId="1500070859" sldId="263"/>
            <ac:spMk id="2" creationId="{34625BF4-EDC1-9622-48AB-5E930A3543EE}"/>
          </ac:spMkLst>
        </pc:spChg>
      </pc:sldChg>
      <pc:sldChg chg="delSp modSp new del">
        <pc:chgData name="Noah Dumas" userId="S::ndumas@uccs.edu::85db4d2b-315f-45d6-90d3-c5d3e0f145f1" providerId="AD" clId="Web-{C474AAB1-4B4E-90EF-7FA8-F5E2F4B4AAD5}" dt="2025-12-09T08:44:06.747" v="250"/>
        <pc:sldMkLst>
          <pc:docMk/>
          <pc:sldMk cId="2550788266" sldId="263"/>
        </pc:sldMkLst>
        <pc:spChg chg="mod">
          <ac:chgData name="Noah Dumas" userId="S::ndumas@uccs.edu::85db4d2b-315f-45d6-90d3-c5d3e0f145f1" providerId="AD" clId="Web-{C474AAB1-4B4E-90EF-7FA8-F5E2F4B4AAD5}" dt="2025-12-09T08:44:06.685" v="249" actId="1076"/>
          <ac:spMkLst>
            <pc:docMk/>
            <pc:sldMk cId="2550788266" sldId="263"/>
            <ac:spMk id="2" creationId="{B04B8C7C-D6FC-A6E3-F22D-B0F324D62898}"/>
          </ac:spMkLst>
        </pc:spChg>
        <pc:spChg chg="del">
          <ac:chgData name="Noah Dumas" userId="S::ndumas@uccs.edu::85db4d2b-315f-45d6-90d3-c5d3e0f145f1" providerId="AD" clId="Web-{C474AAB1-4B4E-90EF-7FA8-F5E2F4B4AAD5}" dt="2025-12-09T08:44:06.669" v="248"/>
          <ac:spMkLst>
            <pc:docMk/>
            <pc:sldMk cId="2550788266" sldId="263"/>
            <ac:spMk id="4" creationId="{8D8C80FA-4C8E-5D45-EDDE-08B70DCAD917}"/>
          </ac:spMkLst>
        </pc:spChg>
      </pc:sldChg>
    </pc:docChg>
  </pc:docChgLst>
  <pc:docChgLst>
    <pc:chgData name="Noah Dumas" userId="S::ndumas@uccs.edu::85db4d2b-315f-45d6-90d3-c5d3e0f145f1" providerId="AD" clId="Web-{64DFA0E4-BE1C-E781-CDC0-D21007D12414}"/>
    <pc:docChg chg="modSld">
      <pc:chgData name="Noah Dumas" userId="S::ndumas@uccs.edu::85db4d2b-315f-45d6-90d3-c5d3e0f145f1" providerId="AD" clId="Web-{64DFA0E4-BE1C-E781-CDC0-D21007D12414}" dt="2025-12-08T06:19:42.492" v="29"/>
      <pc:docMkLst>
        <pc:docMk/>
      </pc:docMkLst>
      <pc:sldChg chg="addSp delSp modSp">
        <pc:chgData name="Noah Dumas" userId="S::ndumas@uccs.edu::85db4d2b-315f-45d6-90d3-c5d3e0f145f1" providerId="AD" clId="Web-{64DFA0E4-BE1C-E781-CDC0-D21007D12414}" dt="2025-12-08T06:19:42.492" v="29"/>
        <pc:sldMkLst>
          <pc:docMk/>
          <pc:sldMk cId="109857222" sldId="256"/>
        </pc:sldMkLst>
        <pc:spChg chg="mod">
          <ac:chgData name="Noah Dumas" userId="S::ndumas@uccs.edu::85db4d2b-315f-45d6-90d3-c5d3e0f145f1" providerId="AD" clId="Web-{64DFA0E4-BE1C-E781-CDC0-D21007D12414}" dt="2025-12-08T06:18:21.681" v="2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oah Dumas" userId="S::ndumas@uccs.edu::85db4d2b-315f-45d6-90d3-c5d3e0f145f1" providerId="AD" clId="Web-{64DFA0E4-BE1C-E781-CDC0-D21007D12414}" dt="2025-12-08T06:16:20.541" v="19" actId="20577"/>
          <ac:spMkLst>
            <pc:docMk/>
            <pc:sldMk cId="109857222" sldId="256"/>
            <ac:spMk id="3" creationId="{00000000-0000-0000-0000-000000000000}"/>
          </ac:spMkLst>
        </pc:spChg>
        <pc:picChg chg="add del mod">
          <ac:chgData name="Noah Dumas" userId="S::ndumas@uccs.edu::85db4d2b-315f-45d6-90d3-c5d3e0f145f1" providerId="AD" clId="Web-{64DFA0E4-BE1C-E781-CDC0-D21007D12414}" dt="2025-12-08T06:18:34.899" v="24"/>
          <ac:picMkLst>
            <pc:docMk/>
            <pc:sldMk cId="109857222" sldId="256"/>
            <ac:picMk id="4" creationId="{BC3464D2-D6F6-9B45-829E-848EB75A85A8}"/>
          </ac:picMkLst>
        </pc:picChg>
        <pc:picChg chg="add del mod">
          <ac:chgData name="Noah Dumas" userId="S::ndumas@uccs.edu::85db4d2b-315f-45d6-90d3-c5d3e0f145f1" providerId="AD" clId="Web-{64DFA0E4-BE1C-E781-CDC0-D21007D12414}" dt="2025-12-08T06:19:41.492" v="28"/>
          <ac:picMkLst>
            <pc:docMk/>
            <pc:sldMk cId="109857222" sldId="256"/>
            <ac:picMk id="5" creationId="{F66512BA-3E97-F7DD-E17D-4C4B2370920C}"/>
          </ac:picMkLst>
        </pc:picChg>
        <pc:picChg chg="add del mod">
          <ac:chgData name="Noah Dumas" userId="S::ndumas@uccs.edu::85db4d2b-315f-45d6-90d3-c5d3e0f145f1" providerId="AD" clId="Web-{64DFA0E4-BE1C-E781-CDC0-D21007D12414}" dt="2025-12-08T06:19:42.492" v="29"/>
          <ac:picMkLst>
            <pc:docMk/>
            <pc:sldMk cId="109857222" sldId="256"/>
            <ac:picMk id="6" creationId="{038EA657-456B-9051-E373-EE705483EC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6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5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68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195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81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5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09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35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52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88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75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4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15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7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21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78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54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53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78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97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39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52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37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84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362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865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99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637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15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67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217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92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136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8291020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747051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32569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63705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87931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67177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57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408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10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00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99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687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089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396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243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174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51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67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3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2" r:id="rId2"/>
    <p:sldLayoutId id="2147483721" r:id="rId3"/>
    <p:sldLayoutId id="2147483720" r:id="rId4"/>
    <p:sldLayoutId id="2147483719" r:id="rId5"/>
    <p:sldLayoutId id="2147483718" r:id="rId6"/>
    <p:sldLayoutId id="2147483717" r:id="rId7"/>
    <p:sldLayoutId id="2147483716" r:id="rId8"/>
    <p:sldLayoutId id="2147483715" r:id="rId9"/>
    <p:sldLayoutId id="2147483714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mySnakeGame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Final Project created and presented by Noah Dumas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63B8DA1-A36F-B981-FA75-00886C75C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1" r="2" b="10533"/>
          <a:stretch>
            <a:fillRect/>
          </a:stretch>
        </p:blipFill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B647-A633-0CB0-A92E-0B276CAD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en-US" dirty="0"/>
              <a:t>Game Overview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928A1B0-9628-E311-D4E0-01E4E9282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35" b="9201"/>
          <a:stretch>
            <a:fillRect/>
          </a:stretch>
        </p:blipFill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noFill/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CEAF7C6-DA20-5FB7-A965-FAB83416D7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Simple Snake game using </a:t>
            </a:r>
            <a:r>
              <a:rPr lang="en-US" dirty="0" err="1"/>
              <a:t>pygame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Snake moves on a grid and eats red food blocks</a:t>
            </a:r>
          </a:p>
          <a:p>
            <a:pPr>
              <a:buFont typeface="Arial"/>
              <a:buChar char="•"/>
            </a:pPr>
            <a:r>
              <a:rPr lang="en-US" dirty="0"/>
              <a:t>Each food makes the snake longer and increases the score</a:t>
            </a:r>
          </a:p>
          <a:p>
            <a:pPr>
              <a:buFont typeface="Arial"/>
              <a:buChar char="•"/>
            </a:pPr>
            <a:r>
              <a:rPr lang="en-US" dirty="0"/>
              <a:t>Game ends if the snake hits a wall or its own body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92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5F0C-12E6-A267-AA09-640463B8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en-US" sz="4100"/>
              <a:t>Code Structure and Classes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A69CEE-D3B4-6278-C797-D94859A94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500" dirty="0"/>
              <a:t>All logic is inside one main class </a:t>
            </a:r>
            <a:r>
              <a:rPr lang="en-US" sz="1500" dirty="0" err="1"/>
              <a:t>SnakeGame</a:t>
            </a:r>
            <a:endParaRPr lang="en-US" sz="1500" dirty="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500" dirty="0"/>
              <a:t>Constructor __</a:t>
            </a:r>
            <a:r>
              <a:rPr lang="en-US" sz="1500" dirty="0" err="1"/>
              <a:t>init</a:t>
            </a:r>
            <a:r>
              <a:rPr lang="en-US" sz="1500" dirty="0"/>
              <a:t>__ sets up </a:t>
            </a:r>
            <a:r>
              <a:rPr lang="en-US" sz="1500" dirty="0" err="1"/>
              <a:t>pygame</a:t>
            </a:r>
            <a:r>
              <a:rPr lang="en-US" sz="1500" dirty="0"/>
              <a:t>, window, clock, and font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500" dirty="0" err="1"/>
              <a:t>reset_game</a:t>
            </a:r>
            <a:r>
              <a:rPr lang="en-US" sz="1500" dirty="0"/>
              <a:t> initializes snake position, direction, score, and game over flag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500"/>
              <a:t>Snake body is stored as a list of grid coordinates (x, y)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500"/>
              <a:t>Food is placed with </a:t>
            </a:r>
            <a:r>
              <a:rPr lang="en-US" sz="1500" err="1"/>
              <a:t>spawn_food</a:t>
            </a:r>
            <a:r>
              <a:rPr lang="en-US" sz="1500"/>
              <a:t> at a random empty cell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endParaRPr lang="en-US" sz="1500"/>
          </a:p>
        </p:txBody>
      </p:sp>
      <p:pic>
        <p:nvPicPr>
          <p:cNvPr id="4" name="Picture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929AFCBA-A255-BEBB-C08F-8DC51E205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12" y="535439"/>
            <a:ext cx="6341788" cy="578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1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CE9D2-74B2-5628-48EB-27443411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en-US" sz="3700"/>
              <a:t>Controls and Player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D4A1-7B43-3272-3D55-FE0296FB66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500"/>
          </a:p>
          <a:p>
            <a:pPr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Uses pygame event loop to read keyboard input</a:t>
            </a:r>
          </a:p>
          <a:p>
            <a:pPr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WASD control movement on the grid</a:t>
            </a:r>
            <a:endParaRPr lang="en-US"/>
          </a:p>
          <a:p>
            <a:pPr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Direction cannot reverse directly into the opposite direction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ESC closes the window</a:t>
            </a:r>
            <a:endParaRPr lang="en-US"/>
          </a:p>
          <a:p>
            <a:pPr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SPACE resets the game after game over</a:t>
            </a:r>
            <a:endParaRPr lang="en-US"/>
          </a:p>
          <a:p>
            <a:pPr>
              <a:lnSpc>
                <a:spcPct val="110000"/>
              </a:lnSpc>
              <a:buFont typeface="Arial"/>
              <a:buChar char="•"/>
            </a:pPr>
            <a:endParaRPr lang="en-US" sz="1500" dirty="0"/>
          </a:p>
        </p:txBody>
      </p:sp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2C5AFE9F-079A-4DBB-FC2E-65AF9BEC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3" y="535991"/>
            <a:ext cx="6498349" cy="578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8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C3A1-910C-DB5B-8CA2-4D6E8BB7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en-US" sz="3700"/>
              <a:t>Movement, Collisions,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39BF7-A496-9C80-DD60-F94C844144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500"/>
              <a:t>update_snake runs every frame to move the snake</a:t>
            </a:r>
            <a:endParaRPr lang="en-US"/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500" dirty="0"/>
              <a:t>Uses the current direction to compute a new head position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500" dirty="0"/>
              <a:t>Checks collisions with walls and with the snake body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500" dirty="0"/>
              <a:t>If food is reached, score increases and snake grows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500" dirty="0"/>
              <a:t>If no food is reached, tail segment is removed so the snake moves forward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481C55-6832-6C8D-FEEC-404445C4F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68" y="439610"/>
            <a:ext cx="5342210" cy="596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4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4FDB-1FD8-A399-FD12-08185288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Drawing and Main Loop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73E9A-8F2D-7427-90CF-1445DA859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  <a:ea typeface="+mn-lt"/>
                <a:cs typeface="+mn-lt"/>
              </a:rPr>
              <a:t>draw</a:t>
            </a:r>
            <a:r>
              <a:rPr lang="en-US">
                <a:ea typeface="+mn-lt"/>
                <a:cs typeface="+mn-lt"/>
              </a:rPr>
              <a:t> handles all drawing in one place</a:t>
            </a:r>
          </a:p>
          <a:p>
            <a:r>
              <a:rPr lang="en-US">
                <a:ea typeface="+mn-lt"/>
                <a:cs typeface="+mn-lt"/>
              </a:rPr>
              <a:t>clears the screen</a:t>
            </a:r>
          </a:p>
          <a:p>
            <a:r>
              <a:rPr lang="en-US">
                <a:ea typeface="+mn-lt"/>
                <a:cs typeface="+mn-lt"/>
              </a:rPr>
              <a:t>draws food, snake, and score</a:t>
            </a:r>
          </a:p>
          <a:p>
            <a:r>
              <a:rPr lang="en-US">
                <a:ea typeface="+mn-lt"/>
                <a:cs typeface="+mn-lt"/>
              </a:rPr>
              <a:t>shows game over message</a:t>
            </a:r>
          </a:p>
          <a:p>
            <a:r>
              <a:rPr lang="en-US">
                <a:latin typeface="Consolas"/>
              </a:rPr>
              <a:t>run</a:t>
            </a:r>
            <a:r>
              <a:rPr lang="en-US">
                <a:ea typeface="+mn-lt"/>
                <a:cs typeface="+mn-lt"/>
              </a:rPr>
              <a:t> is the main loop</a:t>
            </a:r>
          </a:p>
          <a:p>
            <a:r>
              <a:rPr lang="en-US">
                <a:ea typeface="+mn-lt"/>
                <a:cs typeface="+mn-lt"/>
              </a:rPr>
              <a:t>reads input</a:t>
            </a:r>
          </a:p>
          <a:p>
            <a:r>
              <a:rPr lang="en-US">
                <a:ea typeface="+mn-lt"/>
                <a:cs typeface="+mn-lt"/>
              </a:rPr>
              <a:t>updates game state</a:t>
            </a:r>
          </a:p>
          <a:p>
            <a:r>
              <a:rPr lang="en-US">
                <a:ea typeface="+mn-lt"/>
                <a:cs typeface="+mn-lt"/>
              </a:rPr>
              <a:t>draws frame</a:t>
            </a:r>
          </a:p>
          <a:p>
            <a:r>
              <a:rPr lang="en-US">
                <a:ea typeface="+mn-lt"/>
                <a:cs typeface="+mn-lt"/>
              </a:rPr>
              <a:t>limits speed with </a:t>
            </a:r>
            <a:r>
              <a:rPr lang="en-US">
                <a:latin typeface="Consolas"/>
              </a:rPr>
              <a:t>clock.tick(fps)</a:t>
            </a:r>
            <a:endParaRPr lang="en-US"/>
          </a:p>
        </p:txBody>
      </p:sp>
      <p:pic>
        <p:nvPicPr>
          <p:cNvPr id="4" name="Picture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2C054C79-78CF-18A3-A356-5EF04E734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82" y="418535"/>
            <a:ext cx="5692775" cy="601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6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C15B-BF51-0CF5-E6A1-264FCA112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534" y="1945625"/>
            <a:ext cx="9171432" cy="2615184"/>
          </a:xfrm>
        </p:spPr>
        <p:txBody>
          <a:bodyPr anchor="ctr">
            <a:normAutofit/>
          </a:bodyPr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2542325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211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Dune</vt:lpstr>
      <vt:lpstr>mySnakeGame</vt:lpstr>
      <vt:lpstr>Game Overview</vt:lpstr>
      <vt:lpstr>Code Structure and Classes</vt:lpstr>
      <vt:lpstr>Controls and Player Input</vt:lpstr>
      <vt:lpstr>Movement, Collisions, Scoring</vt:lpstr>
      <vt:lpstr>Drawing and Main Loop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Noah Dumas</cp:lastModifiedBy>
  <cp:revision>143</cp:revision>
  <dcterms:created xsi:type="dcterms:W3CDTF">2025-12-08T06:14:29Z</dcterms:created>
  <dcterms:modified xsi:type="dcterms:W3CDTF">2025-12-09T08:53:35Z</dcterms:modified>
</cp:coreProperties>
</file>